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68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4187B-031D-4BF9-41B8-9B9FB00C5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CBF468-DC91-6303-F618-58CF10562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76B62-0977-6542-7C1B-B6DECC4B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6904B-F544-3787-6722-A41F1838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D1919-D5F2-8F02-1E68-EF93527F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09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5B837-BA46-3ADE-B7D2-6408EC7F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09D0A-D6AD-5203-DDD9-614DBADA7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61B41-A7C4-8C9D-7F78-5A6F487A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896C7-B0DD-E0D6-5D1B-B11B8FCD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8A064-D6D1-21E5-5E06-90B70AC7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44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5FC28-5FA9-3092-B7A1-EDB05824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B3FFD-24F7-CDD9-2672-F1F7339E2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287EB-52C3-7D5F-8406-5742CA68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FE7FD-F499-20BF-6BE6-BB7D793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CB5F8-9B3D-21C0-AB56-61D87D77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3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51B73-CE71-250A-D7B4-8EF42F2D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92BFBB-4675-D1D0-6D58-75CBCC5FA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2D4495-B110-B4CA-E343-6DAFDDCD3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52C729-E9DA-071D-8775-C96DFD50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8203CB-67F6-81BE-A04D-498FE3A1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47FF60-B6B0-7542-6465-833DACC8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F9D88-3A25-E52F-8009-AFA09CAD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FE072E-3ADF-B1F7-FA5D-9015C198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D0B5F-C11A-71E9-06DF-D96EA78C4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109222-DEC4-3EC0-DEF7-4891A7D3E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66D17-921A-5AAF-0A13-670BC41E0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790F5C-BB32-0F3A-2626-26ABEFDD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CC2287-7E33-8728-7F7E-EB5A52EA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AC1B51-DDFB-631F-BEDC-E588195E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74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50422-C9BD-17B2-AFEC-2BBDD69D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CD8071-1127-B2A8-0DF1-13E86A20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979EC4-22F2-7D31-57B2-52C5C28E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C2EA4-730B-9EDE-4AD3-5063A95A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2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7DC6B4-9E4C-C689-326B-66B50FE5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03AF74-D843-20CF-3D53-B0E9EC59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FE6385-F3EA-D5EF-74EA-20B1D2FA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63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A8194-B85E-6083-3C1B-C7BBF98A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5EC2D-DD71-2406-D164-FB2A82038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6D5B92-BC03-09D8-1D08-9E415B2A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126A90-D18E-C8B7-B51A-C658AE64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C5284-A219-1DB4-0636-6B7F198A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140996-D2D3-81FA-7850-928806DC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7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8D1B0-17FA-AEFB-DDD8-F85F1B48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FE15C8-5BFF-4F27-C464-0648D29A6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C7CA1A-6791-8BE8-40D5-D76C81259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F0ECB6-BF6C-C2C8-1189-542B3E74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668D4B-12C7-A0E5-6F4A-78AE4461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5CF926-45F2-14C7-16DD-D4C0B1F4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93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FCF15-19A6-5D55-8555-8A3C1E2F8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E98B82-F32F-0966-BAE8-184A03250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52A238-37F2-A55A-EA49-EE2DB026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27DB7-13FB-705D-FDD4-663672F7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57E73-C9DF-E14F-98CB-6595AA60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40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8712A3-76BA-0BDA-3C53-540088A12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1E58D4-7BFC-E949-0EF8-D5D6425A6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FD9CB-A0C4-3B7A-7F6B-F23B715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7AEEA-15BE-DB05-A984-83144EF5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615A7-04B4-97A2-6E5D-B5337356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48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8B804-EEBF-CDF4-DD16-C69EDC8D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3804DC-DE04-334E-4E78-72E9533F7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901A5-F095-0032-6BA2-67DB8BA88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32F15-E360-461E-B7DA-AC482445177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612B4-C2E7-4971-0661-A643C696A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AF76BF-59DE-0F50-85F2-A1DBC5A30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94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57938438-E566-2E53-68CF-8AAEA5FDF831}"/>
              </a:ext>
            </a:extLst>
          </p:cNvPr>
          <p:cNvGrpSpPr/>
          <p:nvPr/>
        </p:nvGrpSpPr>
        <p:grpSpPr>
          <a:xfrm>
            <a:off x="-2503324" y="-1239513"/>
            <a:ext cx="8997714" cy="2846693"/>
            <a:chOff x="0" y="448525"/>
            <a:chExt cx="8997714" cy="284669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A4D7170-3E54-834B-0C51-5E383DD24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48525"/>
              <a:ext cx="2999238" cy="7772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9112090-F343-AC06-1708-4DF6164AC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6121" y="1253855"/>
              <a:ext cx="2880000" cy="19697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D0114C5-D205-932B-B637-47A3C651D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9238" y="448525"/>
              <a:ext cx="2999238" cy="7772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1CA7BFD-DFF9-A995-4DD1-A5B1401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8476" y="448525"/>
              <a:ext cx="2999238" cy="7772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CAC4E881-87E3-0FE8-8450-D0D7874B4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53855"/>
              <a:ext cx="2880000" cy="20413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6A6F6DF-91F2-6008-3D58-4D241CBF5811}"/>
              </a:ext>
            </a:extLst>
          </p:cNvPr>
          <p:cNvGrpSpPr/>
          <p:nvPr/>
        </p:nvGrpSpPr>
        <p:grpSpPr>
          <a:xfrm>
            <a:off x="3000476" y="1892138"/>
            <a:ext cx="7781559" cy="4690746"/>
            <a:chOff x="0" y="0"/>
            <a:chExt cx="7781559" cy="469074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A628D13-9ABC-BC15-F7E0-81A351732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7706" y="0"/>
              <a:ext cx="2593853" cy="23103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5A98788-F8EA-6616-0DF7-87D1FA10C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559" y="2532908"/>
              <a:ext cx="2880000" cy="20821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834671B-AEA3-9C6C-158B-3792E0B36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593853" cy="23103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38206DC-ED11-2768-0C87-8EBA832D0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853" y="0"/>
              <a:ext cx="2593853" cy="23103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F2428A40-146A-7F3A-8346-006A55A45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32908"/>
              <a:ext cx="2880000" cy="21578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510C91-B892-4926-0836-68A4FFB07BA7}"/>
              </a:ext>
            </a:extLst>
          </p:cNvPr>
          <p:cNvGrpSpPr/>
          <p:nvPr/>
        </p:nvGrpSpPr>
        <p:grpSpPr>
          <a:xfrm>
            <a:off x="5683169" y="-1731923"/>
            <a:ext cx="8111364" cy="4779255"/>
            <a:chOff x="0" y="-1"/>
            <a:chExt cx="8111364" cy="4779255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D8C0533-FA86-E9E4-17AB-8F2F62E25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7782" y="0"/>
              <a:ext cx="2703582" cy="258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DD08783-261C-0E5A-EB5E-6E1BB1AAD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1364" y="2604118"/>
              <a:ext cx="2880000" cy="21556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62ED3597-C491-7A8D-5962-2CA2355BB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703582" cy="258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C1BBCEA7-A126-00B8-D161-1125C3ACE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8847" y="-1"/>
              <a:ext cx="2703582" cy="25816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BDA427F7-B66F-A07D-09C0-CA8BB8953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84659"/>
              <a:ext cx="2880000" cy="21945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865BAA1-D32C-F467-E534-492DD7D18A4D}"/>
              </a:ext>
            </a:extLst>
          </p:cNvPr>
          <p:cNvGrpSpPr/>
          <p:nvPr/>
        </p:nvGrpSpPr>
        <p:grpSpPr>
          <a:xfrm>
            <a:off x="-2597807" y="2197090"/>
            <a:ext cx="5890073" cy="4723970"/>
            <a:chOff x="22811" y="1869035"/>
            <a:chExt cx="5890073" cy="472397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5DFC7E1-F7F1-F04D-5415-341E15EBF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11" y="4246925"/>
              <a:ext cx="2880000" cy="2346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DBE86A1-DFA9-6A76-2D95-2A5C714D1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9968" y="1869035"/>
              <a:ext cx="1962916" cy="21945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E9003CCA-1AB6-1773-3E14-CAB65FFCD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2884" y="4246925"/>
              <a:ext cx="2880000" cy="2346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0C402274-9B4F-401E-B4F0-F6B6E7152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6" y="1869035"/>
              <a:ext cx="1962916" cy="21945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75A9C297-4994-4F25-961B-1F6080BA5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7052" y="1869035"/>
              <a:ext cx="1962916" cy="21945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3378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禹含 陈</dc:creator>
  <cp:lastModifiedBy>禹含 陈</cp:lastModifiedBy>
  <cp:revision>2</cp:revision>
  <dcterms:created xsi:type="dcterms:W3CDTF">2026-08-05T02:37:21Z</dcterms:created>
  <dcterms:modified xsi:type="dcterms:W3CDTF">2026-08-05T03:05:46Z</dcterms:modified>
</cp:coreProperties>
</file>