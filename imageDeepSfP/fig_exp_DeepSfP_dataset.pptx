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06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32F15-E360-461E-B7DA-AC4824451773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32F15-E360-461E-B7DA-AC4824451773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7D476-301F-4E6D-998B-AAABBE3EC9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image" Target="../media/image8.png"/><Relationship Id="rId21" Type="http://schemas.openxmlformats.org/officeDocument/2006/relationships/tags" Target="../tags/tag21.xml"/><Relationship Id="rId34" Type="http://schemas.openxmlformats.org/officeDocument/2006/relationships/image" Target="../media/image3.png"/><Relationship Id="rId42" Type="http://schemas.openxmlformats.org/officeDocument/2006/relationships/image" Target="../media/image11.png"/><Relationship Id="rId47" Type="http://schemas.openxmlformats.org/officeDocument/2006/relationships/image" Target="../media/image16.png"/><Relationship Id="rId50" Type="http://schemas.openxmlformats.org/officeDocument/2006/relationships/image" Target="../media/image19.png"/><Relationship Id="rId55" Type="http://schemas.openxmlformats.org/officeDocument/2006/relationships/image" Target="../media/image24.png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image" Target="../media/image1.png"/><Relationship Id="rId37" Type="http://schemas.openxmlformats.org/officeDocument/2006/relationships/image" Target="../media/image6.png"/><Relationship Id="rId40" Type="http://schemas.openxmlformats.org/officeDocument/2006/relationships/image" Target="../media/image9.png"/><Relationship Id="rId45" Type="http://schemas.openxmlformats.org/officeDocument/2006/relationships/image" Target="../media/image14.png"/><Relationship Id="rId53" Type="http://schemas.openxmlformats.org/officeDocument/2006/relationships/image" Target="../media/image22.png"/><Relationship Id="rId58" Type="http://schemas.openxmlformats.org/officeDocument/2006/relationships/image" Target="../media/image27.png"/><Relationship Id="rId5" Type="http://schemas.openxmlformats.org/officeDocument/2006/relationships/tags" Target="../tags/tag5.xml"/><Relationship Id="rId61" Type="http://schemas.openxmlformats.org/officeDocument/2006/relationships/image" Target="../media/image30.png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slideLayout" Target="../slideLayouts/slideLayout1.xml"/><Relationship Id="rId35" Type="http://schemas.openxmlformats.org/officeDocument/2006/relationships/image" Target="../media/image4.png"/><Relationship Id="rId43" Type="http://schemas.openxmlformats.org/officeDocument/2006/relationships/image" Target="../media/image12.png"/><Relationship Id="rId48" Type="http://schemas.openxmlformats.org/officeDocument/2006/relationships/image" Target="../media/image17.png"/><Relationship Id="rId56" Type="http://schemas.openxmlformats.org/officeDocument/2006/relationships/image" Target="../media/image25.png"/><Relationship Id="rId8" Type="http://schemas.openxmlformats.org/officeDocument/2006/relationships/tags" Target="../tags/tag8.xml"/><Relationship Id="rId51" Type="http://schemas.openxmlformats.org/officeDocument/2006/relationships/image" Target="../media/image20.png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image" Target="../media/image2.png"/><Relationship Id="rId38" Type="http://schemas.openxmlformats.org/officeDocument/2006/relationships/image" Target="../media/image7.png"/><Relationship Id="rId46" Type="http://schemas.openxmlformats.org/officeDocument/2006/relationships/image" Target="../media/image15.png"/><Relationship Id="rId59" Type="http://schemas.openxmlformats.org/officeDocument/2006/relationships/image" Target="../media/image28.png"/><Relationship Id="rId20" Type="http://schemas.openxmlformats.org/officeDocument/2006/relationships/tags" Target="../tags/tag20.xml"/><Relationship Id="rId41" Type="http://schemas.openxmlformats.org/officeDocument/2006/relationships/image" Target="../media/image10.png"/><Relationship Id="rId54" Type="http://schemas.openxmlformats.org/officeDocument/2006/relationships/image" Target="../media/image23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image" Target="../media/image5.png"/><Relationship Id="rId49" Type="http://schemas.openxmlformats.org/officeDocument/2006/relationships/image" Target="../media/image18.png"/><Relationship Id="rId57" Type="http://schemas.openxmlformats.org/officeDocument/2006/relationships/image" Target="../media/image26.png"/><Relationship Id="rId10" Type="http://schemas.openxmlformats.org/officeDocument/2006/relationships/tags" Target="../tags/tag10.xml"/><Relationship Id="rId31" Type="http://schemas.openxmlformats.org/officeDocument/2006/relationships/notesSlide" Target="../notesSlides/notesSlide1.xml"/><Relationship Id="rId44" Type="http://schemas.openxmlformats.org/officeDocument/2006/relationships/image" Target="../media/image13.png"/><Relationship Id="rId52" Type="http://schemas.openxmlformats.org/officeDocument/2006/relationships/image" Target="../media/image21.png"/><Relationship Id="rId60" Type="http://schemas.openxmlformats.org/officeDocument/2006/relationships/image" Target="../media/image29.png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5015466E-EA94-B24E-0BEE-BC26F0775FCF}"/>
              </a:ext>
            </a:extLst>
          </p:cNvPr>
          <p:cNvGrpSpPr/>
          <p:nvPr/>
        </p:nvGrpSpPr>
        <p:grpSpPr>
          <a:xfrm>
            <a:off x="1063601" y="135467"/>
            <a:ext cx="9875539" cy="6212112"/>
            <a:chOff x="1063601" y="135467"/>
            <a:chExt cx="9875539" cy="6212112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4483981-87CC-A47A-5EAC-D560E28E0B13}"/>
                </a:ext>
              </a:extLst>
            </p:cNvPr>
            <p:cNvSpPr/>
            <p:nvPr/>
          </p:nvSpPr>
          <p:spPr>
            <a:xfrm>
              <a:off x="1064381" y="135467"/>
              <a:ext cx="9874552" cy="62121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6" name="图片 35"/>
            <p:cNvPicPr/>
            <p:nvPr/>
          </p:nvPicPr>
          <p:blipFill>
            <a:blip r:embed="rId32"/>
            <a:stretch>
              <a:fillRect/>
            </a:stretch>
          </p:blipFill>
          <p:spPr>
            <a:xfrm>
              <a:off x="1280490" y="181822"/>
              <a:ext cx="9373870" cy="6094095"/>
            </a:xfrm>
            <a:prstGeom prst="rect">
              <a:avLst/>
            </a:prstGeom>
          </p:spPr>
        </p:pic>
        <p:pic>
          <p:nvPicPr>
            <p:cNvPr id="44" name="图片 43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3"/>
            <a:stretch>
              <a:fillRect/>
            </a:stretch>
          </p:blipFill>
          <p:spPr>
            <a:xfrm>
              <a:off x="3961143" y="4797006"/>
              <a:ext cx="1279525" cy="1430020"/>
            </a:xfrm>
            <a:prstGeom prst="rect">
              <a:avLst/>
            </a:prstGeom>
          </p:spPr>
        </p:pic>
        <p:pic>
          <p:nvPicPr>
            <p:cNvPr id="42" name="图片 41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4"/>
            <a:stretch>
              <a:fillRect/>
            </a:stretch>
          </p:blipFill>
          <p:spPr>
            <a:xfrm>
              <a:off x="2437460" y="4797006"/>
              <a:ext cx="1279525" cy="1430020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35"/>
            <a:stretch>
              <a:fillRect/>
            </a:stretch>
          </p:blipFill>
          <p:spPr>
            <a:xfrm>
              <a:off x="5459108" y="3322532"/>
              <a:ext cx="1336675" cy="1277620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36"/>
            <a:stretch>
              <a:fillRect/>
            </a:stretch>
          </p:blipFill>
          <p:spPr>
            <a:xfrm>
              <a:off x="3940188" y="3329835"/>
              <a:ext cx="1321435" cy="1263015"/>
            </a:xfrm>
            <a:prstGeom prst="rect">
              <a:avLst/>
            </a:prstGeom>
          </p:spPr>
        </p:pic>
        <p:pic>
          <p:nvPicPr>
            <p:cNvPr id="32" name="图片 3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2416505" y="3329835"/>
              <a:ext cx="1321435" cy="1263015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38"/>
            <a:stretch>
              <a:fillRect/>
            </a:stretch>
          </p:blipFill>
          <p:spPr>
            <a:xfrm>
              <a:off x="5445773" y="1873462"/>
              <a:ext cx="1363345" cy="1215390"/>
            </a:xfrm>
            <a:prstGeom prst="rect">
              <a:avLst/>
            </a:prstGeom>
          </p:spPr>
        </p:pic>
        <p:pic>
          <p:nvPicPr>
            <p:cNvPr id="52" name="图片 51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39"/>
            <a:stretch>
              <a:fillRect/>
            </a:stretch>
          </p:blipFill>
          <p:spPr>
            <a:xfrm>
              <a:off x="3926853" y="1880447"/>
              <a:ext cx="1348105" cy="120142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40"/>
            <a:stretch>
              <a:fillRect/>
            </a:stretch>
          </p:blipFill>
          <p:spPr>
            <a:xfrm>
              <a:off x="8863660" y="568537"/>
              <a:ext cx="1598295" cy="1234440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41"/>
            <a:stretch>
              <a:fillRect/>
            </a:stretch>
          </p:blipFill>
          <p:spPr>
            <a:xfrm>
              <a:off x="3903622" y="1078225"/>
              <a:ext cx="1388110" cy="360045"/>
            </a:xfrm>
            <a:prstGeom prst="rect">
              <a:avLst/>
            </a:prstGeom>
          </p:spPr>
        </p:pic>
        <p:pic>
          <p:nvPicPr>
            <p:cNvPr id="38" name="图片 37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42"/>
            <a:stretch>
              <a:fillRect/>
            </a:stretch>
          </p:blipFill>
          <p:spPr>
            <a:xfrm>
              <a:off x="5480698" y="4789069"/>
              <a:ext cx="1293495" cy="1445895"/>
            </a:xfrm>
            <a:prstGeom prst="rect">
              <a:avLst/>
            </a:prstGeom>
          </p:spPr>
        </p:pic>
        <p:pic>
          <p:nvPicPr>
            <p:cNvPr id="51" name="图片 5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2403170" y="1880447"/>
              <a:ext cx="1348105" cy="1201420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3801440" y="181822"/>
              <a:ext cx="1598295" cy="33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</a:rPr>
                <a:t>Ours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280355" y="181822"/>
              <a:ext cx="1598295" cy="33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</a:rPr>
                <a:t>DeepSfP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989775" y="181822"/>
              <a:ext cx="1598295" cy="33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</a:rPr>
                <a:t>Error (Ours)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007805" y="181822"/>
              <a:ext cx="1598295" cy="33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</a:rPr>
                <a:t>Error (DeepSfP)</a:t>
              </a:r>
            </a:p>
          </p:txBody>
        </p:sp>
        <p:cxnSp>
          <p:nvCxnSpPr>
            <p:cNvPr id="34" name="直接连接符 33"/>
            <p:cNvCxnSpPr/>
            <p:nvPr/>
          </p:nvCxnSpPr>
          <p:spPr>
            <a:xfrm>
              <a:off x="1147140" y="587587"/>
              <a:ext cx="97917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3" name="文本框 82"/>
            <p:cNvSpPr txBox="1"/>
            <p:nvPr/>
          </p:nvSpPr>
          <p:spPr>
            <a:xfrm>
              <a:off x="1216673" y="896927"/>
              <a:ext cx="893445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anose="02020603050405020304" charset="0"/>
                  <a:cs typeface="Times New Roman" panose="02020603050405020304" charset="0"/>
                </a:rPr>
                <a:t>BOX</a:t>
              </a:r>
            </a:p>
            <a:p>
              <a:pPr algn="ctr"/>
              <a:r>
                <a:rPr lang="en-US" altLang="zh-CN" sz="1400" b="1" dirty="0">
                  <a:latin typeface="Times New Roman" panose="02020603050405020304" charset="0"/>
                  <a:cs typeface="Times New Roman" panose="02020603050405020304" charset="0"/>
                </a:rPr>
                <a:t>(indoor)</a:t>
              </a: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1114120" y="2099105"/>
              <a:ext cx="1098550" cy="76944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1600" b="1" dirty="0">
                  <a:latin typeface="Times New Roman" panose="02020603050405020304" charset="0"/>
                  <a:cs typeface="Times New Roman" panose="02020603050405020304" charset="0"/>
                </a:rPr>
                <a:t>DRAGON</a:t>
              </a:r>
            </a:p>
            <a:p>
              <a:pPr algn="ctr">
                <a:buClrTx/>
                <a:buSzTx/>
                <a:buFontTx/>
              </a:pPr>
              <a:r>
                <a:rPr lang="en-US" altLang="zh-CN" sz="1400" b="1" dirty="0">
                  <a:latin typeface="Times New Roman" panose="02020603050405020304" charset="0"/>
                  <a:cs typeface="Times New Roman" panose="02020603050405020304" charset="0"/>
                </a:rPr>
                <a:t>(cloudy outdoor)</a:t>
              </a:r>
            </a:p>
          </p:txBody>
        </p:sp>
        <p:cxnSp>
          <p:nvCxnSpPr>
            <p:cNvPr id="64" name="直接连接符 63"/>
            <p:cNvCxnSpPr/>
            <p:nvPr/>
          </p:nvCxnSpPr>
          <p:spPr>
            <a:xfrm>
              <a:off x="1147140" y="1768687"/>
              <a:ext cx="979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1147140" y="3220297"/>
              <a:ext cx="979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>
              <a:off x="1147140" y="4744297"/>
              <a:ext cx="9792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7" name="文本框 66"/>
            <p:cNvSpPr txBox="1"/>
            <p:nvPr/>
          </p:nvSpPr>
          <p:spPr>
            <a:xfrm>
              <a:off x="1063601" y="3510493"/>
              <a:ext cx="1213530" cy="9541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1400" b="1" dirty="0">
                  <a:latin typeface="Times New Roman" panose="02020603050405020304" charset="0"/>
                  <a:cs typeface="Times New Roman" panose="02020603050405020304" charset="0"/>
                </a:rPr>
                <a:t>FLAMINGO</a:t>
              </a:r>
            </a:p>
            <a:p>
              <a:pPr algn="ctr">
                <a:buClrTx/>
                <a:buSzTx/>
                <a:buFontTx/>
              </a:pPr>
              <a:r>
                <a:rPr lang="en-US" altLang="zh-CN" sz="1400" b="1" dirty="0">
                  <a:latin typeface="Times New Roman" panose="02020603050405020304" charset="0"/>
                  <a:cs typeface="Times New Roman" panose="02020603050405020304" charset="0"/>
                </a:rPr>
                <a:t>QUEEN</a:t>
              </a:r>
            </a:p>
            <a:p>
              <a:pPr algn="ctr"/>
              <a:r>
                <a:rPr lang="en-US" altLang="zh-CN" sz="1400" b="1" dirty="0">
                  <a:latin typeface="Times New Roman" panose="02020603050405020304" charset="0"/>
                  <a:cs typeface="Times New Roman" panose="02020603050405020304" charset="0"/>
                </a:rPr>
                <a:t>(cloudy outdoor)</a:t>
              </a: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177938" y="5094609"/>
              <a:ext cx="970915" cy="76944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buClrTx/>
                <a:buSzTx/>
                <a:buNone/>
              </a:pPr>
              <a:r>
                <a:rPr lang="en-US" altLang="zh-CN" sz="1600" b="1" dirty="0">
                  <a:latin typeface="Times New Roman" panose="02020603050405020304" charset="0"/>
                  <a:cs typeface="Times New Roman" panose="02020603050405020304" charset="0"/>
                </a:rPr>
                <a:t>HORSE</a:t>
              </a:r>
            </a:p>
            <a:p>
              <a:pPr algn="ctr">
                <a:buClrTx/>
                <a:buSzTx/>
                <a:buNone/>
              </a:pPr>
              <a:r>
                <a:rPr lang="en-US" altLang="zh-CN" sz="1400" b="1" dirty="0">
                  <a:latin typeface="Times New Roman" panose="02020603050405020304" charset="0"/>
                  <a:cs typeface="Times New Roman" panose="02020603050405020304" charset="0"/>
                </a:rPr>
                <a:t>(sunny out door)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288235" y="181822"/>
              <a:ext cx="1598295" cy="33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anose="02020603050405020304" charset="0"/>
                  <a:cs typeface="Times New Roman" panose="02020603050405020304" charset="0"/>
                </a:rPr>
                <a:t>Ground Truth </a:t>
              </a: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D3E55C2D-893A-B69B-C178-524951959B92}"/>
                </a:ext>
              </a:extLst>
            </p:cNvPr>
            <p:cNvGrpSpPr/>
            <p:nvPr/>
          </p:nvGrpSpPr>
          <p:grpSpPr>
            <a:xfrm>
              <a:off x="8852230" y="4737312"/>
              <a:ext cx="2045225" cy="1549408"/>
              <a:chOff x="8871585" y="4906645"/>
              <a:chExt cx="2045225" cy="1549408"/>
            </a:xfrm>
          </p:grpSpPr>
          <p:pic>
            <p:nvPicPr>
              <p:cNvPr id="40" name="图片 39"/>
              <p:cNvPicPr>
                <a:picLocks noChangeAspect="1"/>
              </p:cNvPicPr>
              <p:nvPr>
                <p:custDataLst>
                  <p:tags r:id="rId28"/>
                </p:custDataLst>
              </p:nvPr>
            </p:nvPicPr>
            <p:blipFill>
              <a:blip r:embed="rId44"/>
              <a:srcRect r="20495"/>
              <a:stretch>
                <a:fillRect/>
              </a:stretch>
            </p:blipFill>
            <p:spPr>
              <a:xfrm>
                <a:off x="9164089" y="5217833"/>
                <a:ext cx="1200054" cy="1229995"/>
              </a:xfrm>
              <a:prstGeom prst="rect">
                <a:avLst/>
              </a:prstGeom>
            </p:spPr>
          </p:pic>
          <p:sp>
            <p:nvSpPr>
              <p:cNvPr id="75" name="文本框 74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8871585" y="4906645"/>
                <a:ext cx="1677670" cy="33718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600" b="1">
                    <a:solidFill>
                      <a:srgbClr val="C0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MAE: 0.390 rad</a:t>
                </a:r>
              </a:p>
            </p:txBody>
          </p:sp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45"/>
              <a:srcRect l="86092"/>
              <a:stretch>
                <a:fillRect/>
              </a:stretch>
            </p:blipFill>
            <p:spPr>
              <a:xfrm>
                <a:off x="10484151" y="5052053"/>
                <a:ext cx="432659" cy="1404000"/>
              </a:xfrm>
              <a:prstGeom prst="rect">
                <a:avLst/>
              </a:prstGeom>
            </p:spPr>
          </p:pic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4D488E01-12FF-AD76-9C39-8D3C609025AB}"/>
                </a:ext>
              </a:extLst>
            </p:cNvPr>
            <p:cNvGrpSpPr/>
            <p:nvPr/>
          </p:nvGrpSpPr>
          <p:grpSpPr>
            <a:xfrm>
              <a:off x="6877380" y="4737312"/>
              <a:ext cx="2092163" cy="1549408"/>
              <a:chOff x="6896735" y="4906645"/>
              <a:chExt cx="2092163" cy="1549408"/>
            </a:xfrm>
          </p:grpSpPr>
          <p:pic>
            <p:nvPicPr>
              <p:cNvPr id="35" name="图片 34"/>
              <p:cNvPicPr>
                <a:picLocks noChangeAspect="1"/>
              </p:cNvPicPr>
              <p:nvPr>
                <p:custDataLst>
                  <p:tags r:id="rId26"/>
                </p:custDataLst>
              </p:nvPr>
            </p:nvPicPr>
            <p:blipFill>
              <a:blip r:embed="rId46"/>
              <a:srcRect r="19057"/>
              <a:stretch>
                <a:fillRect/>
              </a:stretch>
            </p:blipFill>
            <p:spPr>
              <a:xfrm>
                <a:off x="7184708" y="5215255"/>
                <a:ext cx="1221739" cy="1229995"/>
              </a:xfrm>
              <a:prstGeom prst="rect">
                <a:avLst/>
              </a:prstGeom>
            </p:spPr>
          </p:pic>
          <p:sp>
            <p:nvSpPr>
              <p:cNvPr id="74" name="文本框 73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6896735" y="4906645"/>
                <a:ext cx="1677035" cy="33718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rgbClr val="C0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MAE: 0.295 rad</a:t>
                </a:r>
              </a:p>
            </p:txBody>
          </p:sp>
          <p:pic>
            <p:nvPicPr>
              <p:cNvPr id="57" name="图片 56"/>
              <p:cNvPicPr>
                <a:picLocks noChangeAspect="1"/>
              </p:cNvPicPr>
              <p:nvPr/>
            </p:nvPicPr>
            <p:blipFill>
              <a:blip r:embed="rId47"/>
              <a:srcRect l="86241"/>
              <a:stretch>
                <a:fillRect/>
              </a:stretch>
            </p:blipFill>
            <p:spPr>
              <a:xfrm>
                <a:off x="8583485" y="5052053"/>
                <a:ext cx="405413" cy="1404000"/>
              </a:xfrm>
              <a:prstGeom prst="rect">
                <a:avLst/>
              </a:prstGeom>
            </p:spPr>
          </p:pic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C5446343-18A1-B37C-246A-79FE86691B9C}"/>
                </a:ext>
              </a:extLst>
            </p:cNvPr>
            <p:cNvGrpSpPr/>
            <p:nvPr/>
          </p:nvGrpSpPr>
          <p:grpSpPr>
            <a:xfrm>
              <a:off x="8877948" y="3238297"/>
              <a:ext cx="1993301" cy="1446090"/>
              <a:chOff x="8897303" y="3389630"/>
              <a:chExt cx="1993301" cy="1446090"/>
            </a:xfrm>
          </p:grpSpPr>
          <p:pic>
            <p:nvPicPr>
              <p:cNvPr id="29" name="图片 28"/>
              <p:cNvPicPr>
                <a:picLocks noChangeAspect="1"/>
              </p:cNvPicPr>
              <p:nvPr>
                <p:custDataLst>
                  <p:tags r:id="rId24"/>
                </p:custDataLst>
              </p:nvPr>
            </p:nvPicPr>
            <p:blipFill>
              <a:blip r:embed="rId48"/>
              <a:srcRect r="15021"/>
              <a:stretch>
                <a:fillRect/>
              </a:stretch>
            </p:blipFill>
            <p:spPr>
              <a:xfrm>
                <a:off x="9135466" y="3676650"/>
                <a:ext cx="1257300" cy="1108710"/>
              </a:xfrm>
              <a:prstGeom prst="rect">
                <a:avLst/>
              </a:prstGeom>
            </p:spPr>
          </p:pic>
          <p:sp>
            <p:nvSpPr>
              <p:cNvPr id="73" name="文本框 72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8897303" y="3389630"/>
                <a:ext cx="1626235" cy="33718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600" b="1">
                    <a:solidFill>
                      <a:srgbClr val="C0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MAE: 0.325 rad</a:t>
                </a:r>
              </a:p>
            </p:txBody>
          </p:sp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49"/>
              <a:srcRect l="86655"/>
              <a:stretch>
                <a:fillRect/>
              </a:stretch>
            </p:blipFill>
            <p:spPr>
              <a:xfrm>
                <a:off x="10484151" y="3503720"/>
                <a:ext cx="406453" cy="1332000"/>
              </a:xfrm>
              <a:prstGeom prst="rect">
                <a:avLst/>
              </a:prstGeom>
            </p:spPr>
          </p:pic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ED19902-C1E5-CE68-69AD-AEF1920BDD70}"/>
                </a:ext>
              </a:extLst>
            </p:cNvPr>
            <p:cNvGrpSpPr/>
            <p:nvPr/>
          </p:nvGrpSpPr>
          <p:grpSpPr>
            <a:xfrm>
              <a:off x="6887857" y="3220297"/>
              <a:ext cx="2074489" cy="1482090"/>
              <a:chOff x="6907212" y="3389630"/>
              <a:chExt cx="2074489" cy="1482090"/>
            </a:xfrm>
          </p:grpSpPr>
          <p:pic>
            <p:nvPicPr>
              <p:cNvPr id="33" name="图片 32"/>
              <p:cNvPicPr>
                <a:picLocks noChangeAspect="1"/>
              </p:cNvPicPr>
              <p:nvPr>
                <p:custDataLst>
                  <p:tags r:id="rId22"/>
                </p:custDataLst>
              </p:nvPr>
            </p:nvPicPr>
            <p:blipFill>
              <a:blip r:embed="rId50"/>
              <a:srcRect r="16093"/>
              <a:stretch>
                <a:fillRect/>
              </a:stretch>
            </p:blipFill>
            <p:spPr>
              <a:xfrm>
                <a:off x="7174322" y="3666490"/>
                <a:ext cx="1242511" cy="1129665"/>
              </a:xfrm>
              <a:prstGeom prst="rect">
                <a:avLst/>
              </a:prstGeom>
            </p:spPr>
          </p:pic>
          <p:sp>
            <p:nvSpPr>
              <p:cNvPr id="72" name="文本框 71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6907212" y="3389630"/>
                <a:ext cx="1656080" cy="33718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rgbClr val="C0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MAE: 0.337 rad</a:t>
                </a:r>
              </a:p>
            </p:txBody>
          </p: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51"/>
              <a:srcRect l="86864"/>
              <a:stretch>
                <a:fillRect/>
              </a:stretch>
            </p:blipFill>
            <p:spPr>
              <a:xfrm>
                <a:off x="8583485" y="3467720"/>
                <a:ext cx="398216" cy="1404000"/>
              </a:xfrm>
              <a:prstGeom prst="rect">
                <a:avLst/>
              </a:prstGeom>
            </p:spPr>
          </p:pic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5E138F23-7F1D-4F95-3FE0-97C02FE7BCA5}"/>
                </a:ext>
              </a:extLst>
            </p:cNvPr>
            <p:cNvGrpSpPr/>
            <p:nvPr/>
          </p:nvGrpSpPr>
          <p:grpSpPr>
            <a:xfrm>
              <a:off x="6888492" y="1768687"/>
              <a:ext cx="2067094" cy="1424941"/>
              <a:chOff x="6907847" y="1938020"/>
              <a:chExt cx="2067094" cy="1424941"/>
            </a:xfrm>
          </p:grpSpPr>
          <p:pic>
            <p:nvPicPr>
              <p:cNvPr id="53" name="图片 52"/>
              <p:cNvPicPr>
                <a:picLocks noChangeAspect="1"/>
              </p:cNvPicPr>
              <p:nvPr>
                <p:custDataLst>
                  <p:tags r:id="rId20"/>
                </p:custDataLst>
              </p:nvPr>
            </p:nvPicPr>
            <p:blipFill>
              <a:blip r:embed="rId52"/>
              <a:srcRect r="18522"/>
              <a:stretch>
                <a:fillRect/>
              </a:stretch>
            </p:blipFill>
            <p:spPr>
              <a:xfrm>
                <a:off x="7186612" y="2242186"/>
                <a:ext cx="1217930" cy="1120775"/>
              </a:xfrm>
              <a:prstGeom prst="rect">
                <a:avLst/>
              </a:prstGeom>
            </p:spPr>
          </p:pic>
          <p:sp>
            <p:nvSpPr>
              <p:cNvPr id="70" name="文本框 69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6907847" y="1938020"/>
                <a:ext cx="1654810" cy="33718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rgbClr val="C0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MAE: 0.267 rad</a:t>
                </a:r>
              </a:p>
            </p:txBody>
          </p:sp>
          <p:pic>
            <p:nvPicPr>
              <p:cNvPr id="81" name="图片 80"/>
              <p:cNvPicPr>
                <a:picLocks noChangeAspect="1"/>
              </p:cNvPicPr>
              <p:nvPr/>
            </p:nvPicPr>
            <p:blipFill>
              <a:blip r:embed="rId53"/>
              <a:srcRect l="87497" t="12" b="-12"/>
              <a:stretch>
                <a:fillRect/>
              </a:stretch>
            </p:blipFill>
            <p:spPr>
              <a:xfrm>
                <a:off x="8583485" y="2018479"/>
                <a:ext cx="391456" cy="1332000"/>
              </a:xfrm>
              <a:prstGeom prst="rect">
                <a:avLst/>
              </a:prstGeom>
            </p:spPr>
          </p:pic>
        </p:grpSp>
        <p:cxnSp>
          <p:nvCxnSpPr>
            <p:cNvPr id="4" name="直接连接符 3"/>
            <p:cNvCxnSpPr/>
            <p:nvPr/>
          </p:nvCxnSpPr>
          <p:spPr>
            <a:xfrm>
              <a:off x="6933895" y="600287"/>
              <a:ext cx="0" cy="5667375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0E9014FE-B487-CDF6-9CFE-CED6324FEF58}"/>
                </a:ext>
              </a:extLst>
            </p:cNvPr>
            <p:cNvGrpSpPr/>
            <p:nvPr/>
          </p:nvGrpSpPr>
          <p:grpSpPr>
            <a:xfrm>
              <a:off x="8881440" y="1783928"/>
              <a:ext cx="1998043" cy="1394459"/>
              <a:chOff x="8900795" y="1938020"/>
              <a:chExt cx="1998043" cy="1394459"/>
            </a:xfrm>
          </p:grpSpPr>
          <p:pic>
            <p:nvPicPr>
              <p:cNvPr id="50" name="图片 49"/>
              <p:cNvPicPr>
                <a:picLocks noChangeAspect="1"/>
              </p:cNvPicPr>
              <p:nvPr>
                <p:custDataLst>
                  <p:tags r:id="rId18"/>
                </p:custDataLst>
              </p:nvPr>
            </p:nvPicPr>
            <p:blipFill>
              <a:blip r:embed="rId54"/>
              <a:srcRect r="17962"/>
              <a:stretch>
                <a:fillRect/>
              </a:stretch>
            </p:blipFill>
            <p:spPr>
              <a:xfrm>
                <a:off x="9150706" y="2212483"/>
                <a:ext cx="1226820" cy="1082040"/>
              </a:xfrm>
              <a:prstGeom prst="rect">
                <a:avLst/>
              </a:prstGeom>
            </p:spPr>
          </p:pic>
          <p:sp>
            <p:nvSpPr>
              <p:cNvPr id="71" name="文本框 70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8900795" y="1938020"/>
                <a:ext cx="1619250" cy="33718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600" b="1">
                    <a:solidFill>
                      <a:srgbClr val="C0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MAE: 0.322 rad</a:t>
                </a:r>
              </a:p>
            </p:txBody>
          </p:sp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55"/>
              <a:srcRect l="87169"/>
              <a:stretch>
                <a:fillRect/>
              </a:stretch>
            </p:blipFill>
            <p:spPr>
              <a:xfrm>
                <a:off x="10484151" y="2036479"/>
                <a:ext cx="414687" cy="1296000"/>
              </a:xfrm>
              <a:prstGeom prst="rect">
                <a:avLst/>
              </a:prstGeom>
            </p:spPr>
          </p:pic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29CF4E36-884E-062A-6640-051D8AA77D2F}"/>
                </a:ext>
              </a:extLst>
            </p:cNvPr>
            <p:cNvGrpSpPr/>
            <p:nvPr/>
          </p:nvGrpSpPr>
          <p:grpSpPr>
            <a:xfrm>
              <a:off x="8858580" y="618101"/>
              <a:ext cx="2012669" cy="1135313"/>
              <a:chOff x="8877935" y="758190"/>
              <a:chExt cx="2012669" cy="1135313"/>
            </a:xfrm>
          </p:grpSpPr>
          <p:pic>
            <p:nvPicPr>
              <p:cNvPr id="25" name="图片 24"/>
              <p:cNvPicPr>
                <a:picLocks noChangeAspect="1"/>
              </p:cNvPicPr>
              <p:nvPr>
                <p:custDataLst>
                  <p:tags r:id="rId16"/>
                </p:custDataLst>
              </p:nvPr>
            </p:nvPicPr>
            <p:blipFill>
              <a:blip r:embed="rId56"/>
              <a:srcRect r="13812"/>
              <a:stretch>
                <a:fillRect/>
              </a:stretch>
            </p:blipFill>
            <p:spPr>
              <a:xfrm>
                <a:off x="9120226" y="859791"/>
                <a:ext cx="1287780" cy="1022350"/>
              </a:xfrm>
              <a:prstGeom prst="rect">
                <a:avLst/>
              </a:prstGeom>
            </p:spPr>
          </p:pic>
          <p:sp>
            <p:nvSpPr>
              <p:cNvPr id="56" name="文本框 55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8877935" y="758190"/>
                <a:ext cx="1664970" cy="33718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rgbClr val="C0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MAE: 0.430 rad</a:t>
                </a:r>
              </a:p>
            </p:txBody>
          </p:sp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57"/>
              <a:srcRect l="86718"/>
              <a:stretch>
                <a:fillRect/>
              </a:stretch>
            </p:blipFill>
            <p:spPr>
              <a:xfrm>
                <a:off x="10484151" y="813503"/>
                <a:ext cx="406453" cy="1080000"/>
              </a:xfrm>
              <a:prstGeom prst="rect">
                <a:avLst/>
              </a:prstGeom>
            </p:spPr>
          </p:pic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B3C4F94C-3B42-611A-1AAA-D3EC159587FC}"/>
                </a:ext>
              </a:extLst>
            </p:cNvPr>
            <p:cNvGrpSpPr/>
            <p:nvPr/>
          </p:nvGrpSpPr>
          <p:grpSpPr>
            <a:xfrm>
              <a:off x="6901510" y="618101"/>
              <a:ext cx="2063229" cy="1135313"/>
              <a:chOff x="6920865" y="758190"/>
              <a:chExt cx="2063229" cy="1135313"/>
            </a:xfrm>
          </p:grpSpPr>
          <p:pic>
            <p:nvPicPr>
              <p:cNvPr id="26" name="图片 25"/>
              <p:cNvPicPr>
                <a:picLocks noChangeAspect="1"/>
              </p:cNvPicPr>
              <p:nvPr>
                <p:custDataLst>
                  <p:tags r:id="rId14"/>
                </p:custDataLst>
              </p:nvPr>
            </p:nvPicPr>
            <p:blipFill>
              <a:blip r:embed="rId58"/>
              <a:srcRect r="13163"/>
              <a:stretch>
                <a:fillRect/>
              </a:stretch>
            </p:blipFill>
            <p:spPr>
              <a:xfrm>
                <a:off x="7146290" y="826845"/>
                <a:ext cx="1298575" cy="1059815"/>
              </a:xfrm>
              <a:prstGeom prst="rect">
                <a:avLst/>
              </a:prstGeom>
            </p:spPr>
          </p:pic>
          <p:sp>
            <p:nvSpPr>
              <p:cNvPr id="8" name="文本框 7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6920865" y="758190"/>
                <a:ext cx="1628775" cy="33718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rgbClr val="C0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MAE: 0.191 rad</a:t>
                </a:r>
              </a:p>
            </p:txBody>
          </p:sp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59"/>
              <a:srcRect l="86621"/>
              <a:stretch>
                <a:fillRect/>
              </a:stretch>
            </p:blipFill>
            <p:spPr>
              <a:xfrm>
                <a:off x="8583485" y="813503"/>
                <a:ext cx="400609" cy="1080000"/>
              </a:xfrm>
              <a:prstGeom prst="rect">
                <a:avLst/>
              </a:prstGeom>
            </p:spPr>
          </p:pic>
        </p:grp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C70B003-3105-2461-ACB9-520029C07B5A}"/>
                </a:ext>
              </a:extLst>
            </p:cNvPr>
            <p:cNvCxnSpPr/>
            <p:nvPr/>
          </p:nvCxnSpPr>
          <p:spPr>
            <a:xfrm>
              <a:off x="2277131" y="587587"/>
              <a:ext cx="0" cy="5667375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EE0DAD0-71EF-3F57-5B5B-FE160B9CFBB8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6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2918" y="1080130"/>
              <a:ext cx="1372870" cy="356235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BBA7DD93-6267-8513-F2AF-9C2D03CB7EE6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61"/>
            <a:stretch>
              <a:fillRect/>
            </a:stretch>
          </p:blipFill>
          <p:spPr>
            <a:xfrm>
              <a:off x="5409565" y="1080130"/>
              <a:ext cx="1372870" cy="3562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51.35,&quot;left&quot;:150.55,&quot;top&quot;:61.4,&quot;width&quot;:645.5}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65</Words>
  <Application>Microsoft Office PowerPoint</Application>
  <PresentationFormat>宽屏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Times New Roman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禹含 陈</dc:creator>
  <cp:lastModifiedBy>禹含 陈</cp:lastModifiedBy>
  <cp:revision>62</cp:revision>
  <dcterms:created xsi:type="dcterms:W3CDTF">2026-08-05T02:37:00Z</dcterms:created>
  <dcterms:modified xsi:type="dcterms:W3CDTF">2026-08-06T02:48:56Z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3B531935C46A4880836BF3C26FE319FB_12</vt:lpwstr>
  </property>
</Properties>
</file>